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Digital Literacy: A Must-Have Skill for Every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C8E6FF"/>
          </a:solidFill>
        </p:spPr>
        <p:txBody>
          <a:bodyPr wrap="none">
            <a:spAutoFit/>
          </a:bodyPr>
          <a:lstStyle/>
          <a:p/>
          <a:p>
            <a:r>
              <a:rPr b="1" sz="1600"/>
              <a:t>What is Digital Literacy?</a:t>
            </a:r>
          </a:p>
          <a:p>
            <a:r>
              <a:rPr sz="1200"/>
              <a:t>Use technology safely &amp; effectively
Find info, communicate, stay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C8FFC8"/>
          </a:solidFill>
        </p:spPr>
        <p:txBody>
          <a:bodyPr wrap="none">
            <a:spAutoFit/>
          </a:bodyPr>
          <a:lstStyle/>
          <a:p/>
          <a:p>
            <a:r>
              <a:rPr b="1" sz="1600"/>
              <a:t>Useful Tools</a:t>
            </a:r>
          </a:p>
          <a:p>
            <a:r>
              <a:rPr sz="1200"/>
              <a:t>Google Docs, Canva, GitHub
Grammarly, Zoom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657600" cy="1828800"/>
          </a:xfrm>
          <a:prstGeom prst="rect">
            <a:avLst/>
          </a:prstGeom>
          <a:solidFill>
            <a:srgbClr val="FFE6C8"/>
          </a:solidFill>
        </p:spPr>
        <p:txBody>
          <a:bodyPr wrap="none">
            <a:spAutoFit/>
          </a:bodyPr>
          <a:lstStyle/>
          <a:p/>
          <a:p>
            <a:r>
              <a:rPr b="1" sz="1600"/>
              <a:t>Safe Practices</a:t>
            </a:r>
          </a:p>
          <a:p>
            <a:r>
              <a:rPr sz="1200"/>
              <a:t>No OTP/UPI sharing
Avoid links
Use strong passwords + 2FA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3657600" cy="1828800"/>
          </a:xfrm>
          <a:prstGeom prst="rect">
            <a:avLst/>
          </a:prstGeom>
          <a:solidFill>
            <a:srgbClr val="E6C8FF"/>
          </a:solidFill>
        </p:spPr>
        <p:txBody>
          <a:bodyPr wrap="none">
            <a:spAutoFit/>
          </a:bodyPr>
          <a:lstStyle/>
          <a:p/>
          <a:p>
            <a:r>
              <a:rPr b="1" sz="1600"/>
              <a:t>Email Etiquette</a:t>
            </a:r>
          </a:p>
          <a:p>
            <a:r>
              <a:rPr sz="1200"/>
              <a:t>Clear subject
Polite tone
Short message
Proper sign-off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Be smart, stay safe, and use technology responsibly.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